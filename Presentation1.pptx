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27B7-A925-CDB9-4101-A894FB0CA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CCDE2-1F61-7888-BA03-75FEC7CD2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B23BE-7DEA-7E97-98DE-D675CC20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65BE2-0DF5-7576-994B-A5CB7D15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261D7-05DC-78BA-0201-754A729F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7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9A1E-7AD3-11F7-906F-35F5355E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277A1-C414-43F1-A937-5A1E9A21B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41348-2421-D0A1-CC75-667E5419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E02E1-DD16-2217-5BE3-F6060BE8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BDAF8-80B5-0CF0-9EA8-40953A8D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02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4AC0-4F84-2444-75E5-3C14F1BB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3568D-3B02-31C0-1B58-F0E3B467A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B0FB6-4AA2-6C46-B38D-11C4B053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8C38F-AD62-81A9-45D9-B4E82827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EDE09-C25A-875A-6431-BB0A90D7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86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703C-E06E-0BD4-E37D-6EBC45C1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EE99-7057-417D-4509-60184B79B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594C2-168C-91D5-17C1-87156AC5B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04F9-7183-69FA-C983-2A444171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318EA-510E-18C3-C89B-BDDF52A0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FE24C-ED70-C6ED-6ADC-254E8693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21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382A-6946-5B37-A7A5-337ABAA6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63C09-150B-29D1-D2F2-0713132DE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0397D-91E4-01C3-2ECD-45473AE53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AA5E7-0C16-6060-7AD9-6F8C2D06B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3BDBC-51A7-D025-E586-F789E269C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7C871-C897-E808-ACE4-7F6FFAE2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2990E-8BA0-7460-3A7F-DB53E823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91734-C6A2-E18D-DF77-4269AA92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5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7C07-7C25-A4F3-E1ED-231617BF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AC745-A725-75C1-6052-2A3EE4F4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16661-4572-7A8C-A01B-DBD6143F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00804-15BF-5F98-186D-DA5D0A8F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8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79403-7865-A826-23B3-B8CFA8C80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DA557-49D4-DBB9-FEFA-4C4F0EFA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F1A99-7392-6E70-A0D0-FFBBA0BA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59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3A4E-F16D-21EA-B350-2E407B75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9B01C-ED04-8FF9-51F8-249DD6E88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134A1-5CA7-B9B9-B161-F24C90CEA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0853B-3248-617D-0A70-EF8ECC5F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4F86D-1815-6FA2-F850-FE1C3595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D0E8B-323E-457C-D087-5269E107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03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3892-3B09-7B27-5B68-88ED41D6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7CB5-A8DE-71E1-B3F2-7B3044699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785D7-848E-1E04-3BDE-82F6D9482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45030-9599-9B8A-EF4E-C7AF8139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03A1-DE63-B80C-4C24-615C6EE0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66884-E6D3-1F88-45A0-73840114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23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04E4-843E-9916-2030-E7B2C563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F4B1D-F53D-6AB2-4B98-F883A2DC7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EB43E-2FEC-2E81-B54E-AC72F2A1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0AA5C-7AED-D7AB-7EF2-0319FCCB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F9513-A182-0F3C-82BE-14024817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59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9F81C-C00E-02B3-83A3-9326E063A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D3ED7-B402-27F2-A8E3-32B708D33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B7627-6F26-D293-AABC-48EA07EF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5809B-2BF4-7104-4DA6-585E9298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CB136-D033-6802-9471-169664F0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83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DDCE6-1C38-5FA3-7AE8-11F3FBD4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4FF60-0F7F-0C3C-0262-0B11F6189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A7007-B241-AA51-6567-C04442ECB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F9C61-860E-4B28-9465-AD1D3DD30904}" type="datetimeFigureOut">
              <a:rPr lang="en-IN" smtClean="0"/>
              <a:t>03-08-2025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6BF0E-7207-A84B-8217-67B79C897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C0D79-6BF0-8CD9-2FCB-66DA32A7D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E442D-A0EE-4CF5-AD21-385AFE80D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91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B06B-1060-FDEF-24B4-8C87D234A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8DBC4-F6C4-CCF5-F31D-00F16D92C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18EE9-9F6A-B45B-4627-AB53331E5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88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A680-5874-1FD4-C858-D4BA0B9B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550E7-C60B-30AD-684B-3CCDD371F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F718E-CAA8-9476-2166-69BA49F1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2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1EA5-3981-57BB-DCAD-516BAFD3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CFAEC-4D5C-21BF-21BE-C26501F5B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DF874-D097-48F6-5885-548F93E4F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2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3758-01AF-557A-5CDE-06798B5F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42AEB-6600-257F-45F3-98387FF33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3BF46-D5D4-C94F-E8FD-F59F8A724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4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8569-E21C-A278-1BC7-BD55E21D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5BF0-88F1-9766-8637-A3F61829E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9117A-6B59-04B0-CCFD-52811EC91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3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BFED-0991-AE6D-903F-5B41B3E9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E84B7-51DC-4AE3-4D86-CF0686C9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F0152-FD59-F6FF-14C8-85EF9A1A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9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</dc:creator>
  <cp:lastModifiedBy>Aditya</cp:lastModifiedBy>
  <cp:revision>1</cp:revision>
  <dcterms:created xsi:type="dcterms:W3CDTF">2025-08-03T14:33:43Z</dcterms:created>
  <dcterms:modified xsi:type="dcterms:W3CDTF">2025-08-03T14:34:02Z</dcterms:modified>
</cp:coreProperties>
</file>